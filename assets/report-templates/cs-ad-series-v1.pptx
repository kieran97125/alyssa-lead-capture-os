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Type="http://schemas.openxmlformats.org/officeDocument/2006/relationships/officeDocument" Target="/ppt/presentation.xml" Id="R2a32b6cf0ce44377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508624792b144b6"/>
  </p:sldMasterIdLst>
  <p:sldIdLst>
    <p:sldId xmlns:r="http://schemas.openxmlformats.org/officeDocument/2006/relationships" id="256" r:id="R1c835c90b72f4b0e"/>
    <p:sldId xmlns:r="http://schemas.openxmlformats.org/officeDocument/2006/relationships" id="257" r:id="R6d9171adf8e34a56"/>
    <p:sldId xmlns:r="http://schemas.openxmlformats.org/officeDocument/2006/relationships" id="258" r:id="R508796051be44ad8"/>
    <p:sldId xmlns:r="http://schemas.openxmlformats.org/officeDocument/2006/relationships" id="259" r:id="R138e1e0c80014bec"/>
    <p:sldId xmlns:r="http://schemas.openxmlformats.org/officeDocument/2006/relationships" id="260" r:id="R6e7c8af2049b4db0"/>
    <p:sldId xmlns:r="http://schemas.openxmlformats.org/officeDocument/2006/relationships" id="261" r:id="Rcf0fdfba47d44344"/>
    <p:sldId xmlns:r="http://schemas.openxmlformats.org/officeDocument/2006/relationships" id="262" r:id="R365d3c8a00384b3c"/>
    <p:sldId xmlns:r="http://schemas.openxmlformats.org/officeDocument/2006/relationships" id="263" r:id="Rc482811f90dc4286"/>
    <p:sldId xmlns:r="http://schemas.openxmlformats.org/officeDocument/2006/relationships" id="264" r:id="R3e88fdf974ee441d"/>
    <p:sldId xmlns:r="http://schemas.openxmlformats.org/officeDocument/2006/relationships" id="265" r:id="R500bc14bb6ba4eb4"/>
    <p:sldId xmlns:r="http://schemas.openxmlformats.org/officeDocument/2006/relationships" id="266" r:id="Re3d8bf5111594962"/>
    <p:sldId xmlns:r="http://schemas.openxmlformats.org/officeDocument/2006/relationships" id="267" r:id="R87936766a35c49c9"/>
    <p:sldId xmlns:r="http://schemas.openxmlformats.org/officeDocument/2006/relationships" id="268" r:id="R81b6d7cc55a74606"/>
    <p:sldId xmlns:r="http://schemas.openxmlformats.org/officeDocument/2006/relationships" id="269" r:id="R1ee02b603e434dd6"/>
    <p:sldId xmlns:r="http://schemas.openxmlformats.org/officeDocument/2006/relationships" id="270" r:id="R168b519916cb443e"/>
    <p:sldId xmlns:r="http://schemas.openxmlformats.org/officeDocument/2006/relationships" id="271" r:id="Ra22fef3008844d1e"/>
    <p:sldId xmlns:r="http://schemas.openxmlformats.org/officeDocument/2006/relationships" id="272" r:id="Rd340e3e898204451"/>
    <p:sldId xmlns:r="http://schemas.openxmlformats.org/officeDocument/2006/relationships" id="273" r:id="Rf180826b0a074110"/>
  </p:sldIdLst>
  <p:sldSz cx="12192000" cy="6858000"/>
  <p:notesSz cx="6858000" cy="9144000"/>
  <p:embeddedFontLst>
    <p:embeddedFont>
      <p:font typeface="Noto Sans TC"/>
      <p:regular xmlns:r="http://schemas.openxmlformats.org/officeDocument/2006/relationships" r:id="R4e5a81c943ca4a97"/>
      <p:bold xmlns:r="http://schemas.openxmlformats.org/officeDocument/2006/relationships" r:id="R29b32e1bb733458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7BAF58AD-2D0F-4811-8D2E-8A585836F301}">
  <a:tblStyle styleId="{7BAF58AD-2D0F-4811-8D2E-8A585836F30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ee4ca38bd6e440c3"/><Relationship Type="http://schemas.openxmlformats.org/officeDocument/2006/relationships/slideMaster" Target="/ppt/slideMasters/slideMaster1.xml" Id="Rd508624792b144b6"/><Relationship Type="http://schemas.openxmlformats.org/officeDocument/2006/relationships/presProps" Target="/ppt/presProps.xml" Id="R125b1d5845a44e3f"/><Relationship Type="http://schemas.openxmlformats.org/officeDocument/2006/relationships/tableStyles" Target="/ppt/tableStyles.xml" Id="Rbd8601fbe90a4bbd"/><Relationship Type="http://schemas.openxmlformats.org/officeDocument/2006/relationships/font" Target="/ppt/fonts/font.dat" Id="R4e5a81c943ca4a97"/><Relationship Type="http://schemas.openxmlformats.org/officeDocument/2006/relationships/font" Target="/ppt/fonts/font2.dat" Id="R29b32e1bb733458c"/><Relationship Type="http://schemas.openxmlformats.org/officeDocument/2006/relationships/slide" Target="/ppt/slides/slide1.xml" Id="R1c835c90b72f4b0e"/><Relationship Type="http://schemas.openxmlformats.org/officeDocument/2006/relationships/slide" Target="/ppt/slides/slide2.xml" Id="R6d9171adf8e34a56"/><Relationship Type="http://schemas.openxmlformats.org/officeDocument/2006/relationships/slide" Target="/ppt/slides/slide3.xml" Id="R508796051be44ad8"/><Relationship Type="http://schemas.openxmlformats.org/officeDocument/2006/relationships/slide" Target="/ppt/slides/slide4.xml" Id="R138e1e0c80014bec"/><Relationship Type="http://schemas.openxmlformats.org/officeDocument/2006/relationships/slide" Target="/ppt/slides/slide5.xml" Id="R6e7c8af2049b4db0"/><Relationship Type="http://schemas.openxmlformats.org/officeDocument/2006/relationships/slide" Target="/ppt/slides/slide6.xml" Id="Rcf0fdfba47d44344"/><Relationship Type="http://schemas.openxmlformats.org/officeDocument/2006/relationships/slide" Target="/ppt/slides/slide7.xml" Id="R365d3c8a00384b3c"/><Relationship Type="http://schemas.openxmlformats.org/officeDocument/2006/relationships/slide" Target="/ppt/slides/slide8.xml" Id="Rc482811f90dc4286"/><Relationship Type="http://schemas.openxmlformats.org/officeDocument/2006/relationships/slide" Target="/ppt/slides/slide9.xml" Id="R3e88fdf974ee441d"/><Relationship Type="http://schemas.openxmlformats.org/officeDocument/2006/relationships/slide" Target="/ppt/slides/slide10.xml" Id="R500bc14bb6ba4eb4"/><Relationship Type="http://schemas.openxmlformats.org/officeDocument/2006/relationships/slide" Target="/ppt/slides/slide11.xml" Id="Re3d8bf5111594962"/><Relationship Type="http://schemas.openxmlformats.org/officeDocument/2006/relationships/slide" Target="/ppt/slides/slide12.xml" Id="R87936766a35c49c9"/><Relationship Type="http://schemas.openxmlformats.org/officeDocument/2006/relationships/slide" Target="/ppt/slides/slide13.xml" Id="R81b6d7cc55a74606"/><Relationship Type="http://schemas.openxmlformats.org/officeDocument/2006/relationships/slide" Target="/ppt/slides/slide14.xml" Id="R1ee02b603e434dd6"/><Relationship Type="http://schemas.openxmlformats.org/officeDocument/2006/relationships/slide" Target="/ppt/slides/slide15.xml" Id="R168b519916cb443e"/><Relationship Type="http://schemas.openxmlformats.org/officeDocument/2006/relationships/slide" Target="/ppt/slides/slide16.xml" Id="Ra22fef3008844d1e"/><Relationship Type="http://schemas.openxmlformats.org/officeDocument/2006/relationships/slide" Target="/ppt/slides/slide17.xml" Id="Rd340e3e898204451"/><Relationship Type="http://schemas.openxmlformats.org/officeDocument/2006/relationships/slide" Target="/ppt/slides/slide18.xml" Id="Rf180826b0a074110"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8d417fdde0984f6f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7d1679fd03d7454a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c5e6b66b01304b82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a9c9972fba6b4d2a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391e2b756f44c89"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ee64493f7ece4c09"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1">
            <a:extLst xmlns:a="http://schemas.openxmlformats.org/drawingml/2006/main">
              <a:ext uri="{FF2B5EF4-FFF2-40B4-BE49-F238E27FC236}">
                <a16:creationId xmlns:a16="http://schemas.microsoft.com/office/drawing/2014/main" id="{28535C14-ABB6-478A-B30C-97D949A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21">
            <a:extLst xmlns:a="http://schemas.openxmlformats.org/drawingml/2006/main">
              <a:ext uri="{FF2B5EF4-FFF2-40B4-BE49-F238E27FC236}">
                <a16:creationId xmlns:a16="http://schemas.microsoft.com/office/drawing/2014/main" id="{CAB55CDD-9B6D-4649-B1C7-D0477F9C8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" name="Google Shape;14;p21">
            <a:extLst xmlns:a="http://schemas.openxmlformats.org/drawingml/2006/main">
              <a:ext uri="{FF2B5EF4-FFF2-40B4-BE49-F238E27FC236}">
                <a16:creationId xmlns:a16="http://schemas.microsoft.com/office/drawing/2014/main" id="{A4A06E7E-382A-4E3A-905B-231622CD8A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2">
            <a:extLst xmlns:a="http://schemas.openxmlformats.org/drawingml/2006/main">
              <a:ext uri="{FF2B5EF4-FFF2-40B4-BE49-F238E27FC236}">
                <a16:creationId xmlns:a16="http://schemas.microsoft.com/office/drawing/2014/main" id="{08920D05-037F-4848-8B6E-D277F4AF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Google Shape;17;p22">
            <a:extLst xmlns:a="http://schemas.openxmlformats.org/drawingml/2006/main">
              <a:ext uri="{FF2B5EF4-FFF2-40B4-BE49-F238E27FC236}">
                <a16:creationId xmlns:a16="http://schemas.microsoft.com/office/drawing/2014/main" id="{F7CFCBB3-EF88-42BF-8ADA-DC2AC98A8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23">
            <a:extLst xmlns:a="http://schemas.openxmlformats.org/drawingml/2006/main">
              <a:ext uri="{FF2B5EF4-FFF2-40B4-BE49-F238E27FC236}">
                <a16:creationId xmlns:a16="http://schemas.microsoft.com/office/drawing/2014/main" id="{A4FC60E9-9447-4A0C-A39C-D785C0D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Google Shape;20;p23">
            <a:extLst xmlns:a="http://schemas.openxmlformats.org/drawingml/2006/main">
              <a:ext uri="{FF2B5EF4-FFF2-40B4-BE49-F238E27FC236}">
                <a16:creationId xmlns:a16="http://schemas.microsoft.com/office/drawing/2014/main" id="{ECB554C2-63EE-4810-AD1C-0E6466EBE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1" name="Google Shape;21;p23">
            <a:extLst xmlns:a="http://schemas.openxmlformats.org/drawingml/2006/main">
              <a:ext uri="{FF2B5EF4-FFF2-40B4-BE49-F238E27FC236}">
                <a16:creationId xmlns:a16="http://schemas.microsoft.com/office/drawing/2014/main" id="{C558EF4D-A620-41B2-AFEE-3FAED08C8E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Title and Two Colum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24">
            <a:extLst xmlns:a="http://schemas.openxmlformats.org/drawingml/2006/main">
              <a:ext uri="{FF2B5EF4-FFF2-40B4-BE49-F238E27FC236}">
                <a16:creationId xmlns:a16="http://schemas.microsoft.com/office/drawing/2014/main" id="{FF9E99B2-359A-4AF1-89D9-B7FDE1CB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24">
            <a:extLst xmlns:a="http://schemas.openxmlformats.org/drawingml/2006/main">
              <a:ext uri="{FF2B5EF4-FFF2-40B4-BE49-F238E27FC236}">
                <a16:creationId xmlns:a16="http://schemas.microsoft.com/office/drawing/2014/main" id="{932D6CCE-B520-4B36-8C33-CE28CF995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5" name="Google Shape;25;p24">
            <a:extLst xmlns:a="http://schemas.openxmlformats.org/drawingml/2006/main">
              <a:ext uri="{FF2B5EF4-FFF2-40B4-BE49-F238E27FC236}">
                <a16:creationId xmlns:a16="http://schemas.microsoft.com/office/drawing/2014/main" id="{91E69DC6-EFA5-40C0-BCDE-8299CD59FB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6" name="Google Shape;26;p24">
            <a:extLst xmlns:a="http://schemas.openxmlformats.org/drawingml/2006/main">
              <a:ext uri="{FF2B5EF4-FFF2-40B4-BE49-F238E27FC236}">
                <a16:creationId xmlns:a16="http://schemas.microsoft.com/office/drawing/2014/main" id="{B64D790C-64A0-4C8F-83AC-A6849639DA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Title and One Colum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25">
            <a:extLst xmlns:a="http://schemas.openxmlformats.org/drawingml/2006/main">
              <a:ext uri="{FF2B5EF4-FFF2-40B4-BE49-F238E27FC236}">
                <a16:creationId xmlns:a16="http://schemas.microsoft.com/office/drawing/2014/main" id="{6A7D462B-5A5D-4974-A1F1-477427F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Google Shape;29;p25">
            <a:extLst xmlns:a="http://schemas.openxmlformats.org/drawingml/2006/main">
              <a:ext uri="{FF2B5EF4-FFF2-40B4-BE49-F238E27FC236}">
                <a16:creationId xmlns:a16="http://schemas.microsoft.com/office/drawing/2014/main" id="{7E3B0969-87A8-4B4C-A3E1-296C584DC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0" name="Google Shape;30;p25">
            <a:extLst xmlns:a="http://schemas.openxmlformats.org/drawingml/2006/main">
              <a:ext uri="{FF2B5EF4-FFF2-40B4-BE49-F238E27FC236}">
                <a16:creationId xmlns:a16="http://schemas.microsoft.com/office/drawing/2014/main" id="{A1E9A93A-2C89-432B-A7DF-84989406CC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5aaaadc16ef44274"/><Relationship Type="http://schemas.openxmlformats.org/officeDocument/2006/relationships/slideLayout" Target="/ppt/slideLayouts/slideLayout1.xml" Id="R4b3d812512184a9f"/><Relationship Type="http://schemas.openxmlformats.org/officeDocument/2006/relationships/slideLayout" Target="/ppt/slideLayouts/slideLayout2.xml" Id="Rd77240350c8e4452"/><Relationship Type="http://schemas.openxmlformats.org/officeDocument/2006/relationships/slideLayout" Target="/ppt/slideLayouts/slideLayout3.xml" Id="R06e58a2605af46a4"/><Relationship Type="http://schemas.openxmlformats.org/officeDocument/2006/relationships/slideLayout" Target="/ppt/slideLayouts/slideLayout4.xml" Id="R0f79fcb1a0ea4bd0"/><Relationship Type="http://schemas.openxmlformats.org/officeDocument/2006/relationships/slideLayout" Target="/ppt/slideLayouts/slideLayout5.xml" Id="R7368d31647b74255"/><Relationship Type="http://schemas.openxmlformats.org/officeDocument/2006/relationships/slideLayout" Target="/ppt/slideLayouts/slideLayout6.xml" Id="R6d9f0fbede894855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d812512184a9f"/>
    <p:sldLayoutId xmlns:r="http://schemas.openxmlformats.org/officeDocument/2006/relationships" id="2147483650" r:id="Rd77240350c8e4452"/>
    <p:sldLayoutId xmlns:r="http://schemas.openxmlformats.org/officeDocument/2006/relationships" id="2147483651" r:id="R06e58a2605af46a4"/>
    <p:sldLayoutId xmlns:r="http://schemas.openxmlformats.org/officeDocument/2006/relationships" id="2147483652" r:id="R0f79fcb1a0ea4bd0"/>
    <p:sldLayoutId xmlns:r="http://schemas.openxmlformats.org/officeDocument/2006/relationships" id="2147483653" r:id="R7368d31647b74255"/>
    <p:sldLayoutId xmlns:r="http://schemas.openxmlformats.org/officeDocument/2006/relationships" id="2147483654" r:id="R6d9f0fbede89485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e03844763c4179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0831b688c184b4b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04f24c723504e74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9098c5bf3df4ae3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7a6549db7b54dfb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7b463b97ce647fb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654abedf4224ebe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4c37f8b9c5f48aa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1fc9a51be94498c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4acb8a873e94c7c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d8224dc59cf40de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df8d13a69a14a2c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371ad120bea40a0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d1767c5a7ab4e14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7d922aa6e694c3c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f5dde59d0404c26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b0b0dcf61cd4245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33459a6a9d64ac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72A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87D68521-3315-4D8E-A7C7-9DA415A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BDC"/>
              </a:buClr>
              <a:buSzPts val="2250"/>
              <a:buFont typeface="Noto Sans TC"/>
              <a:buNone/>
            </a:pPr>
            <a:r>
              <a:rPr sz="2250" b="1" i="0" u="none" strike="noStrike" cap="none" spc="0">
                <a:solidFill>
                  <a:srgbClr val="E8CBDC"/>
                </a:solidFill>
                <a:latin typeface="Noto Sans TC"/>
                <a:ea typeface="Noto Sans TC"/>
                <a:cs typeface="Noto Sans TC"/>
              </a:rPr>
              <a:t>CS + AD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5E9921F7-3CAE-4244-9401-FA2E5EA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Noto Sans TC"/>
              <a:buNone/>
            </a:pPr>
            <a:r>
              <a:rPr sz="5700" b="1" i="0" u="none" strike="noStrike" cap="none" spc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本月報數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ED3378DD-257C-4AB0-9F7B-B7C935A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7EE"/>
              </a:buClr>
              <a:buSzPts val="2400"/>
              <a:buFont typeface="Noto Sans TC"/>
              <a:buNone/>
            </a:pPr>
            <a:r>
              <a:rPr sz="2400" b="0" i="0" u="none" strike="noStrike" cap="none" spc="0">
                <a:solidFill>
                  <a:srgbClr val="F4E7EE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1">
            <a:extLst xmlns:a="http://schemas.openxmlformats.org/drawingml/2006/main">
              <a:ext uri="{FF2B5EF4-FFF2-40B4-BE49-F238E27FC236}">
                <a16:creationId xmlns:a16="http://schemas.microsoft.com/office/drawing/2014/main" id="{3FBF6BDC-3E7E-4FD5-A072-FEAAE53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B3C9"/>
              </a:buClr>
              <a:buSzPts val="1800"/>
              <a:buFont typeface="Noto Sans TC"/>
              <a:buNone/>
            </a:pPr>
            <a:r>
              <a:t/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Google Shape;40;p1">
            <a:extLst xmlns:a="http://schemas.openxmlformats.org/drawingml/2006/main">
              <a:ext uri="{FF2B5EF4-FFF2-40B4-BE49-F238E27FC236}">
                <a16:creationId xmlns:a16="http://schemas.microsoft.com/office/drawing/2014/main" id="{C1E84BBF-BB0D-4E13-8B07-CC6B5FFE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Noto Sans TC"/>
              <a:buNone/>
            </a:pPr>
            <a:r>
              <a:rPr sz="5250" b="1" i="0" u="none" strike="noStrike" cap="none" spc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{{lead}}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1">
            <a:extLst xmlns:a="http://schemas.openxmlformats.org/drawingml/2006/main">
              <a:ext uri="{FF2B5EF4-FFF2-40B4-BE49-F238E27FC236}">
                <a16:creationId xmlns:a16="http://schemas.microsoft.com/office/drawing/2014/main" id="{BC85C372-6BE7-4C10-8833-5E12CEF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578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BDC"/>
              </a:buClr>
              <a:buSzPts val="1950"/>
              <a:buFont typeface="Noto Sans TC"/>
              <a:buNone/>
            </a:pPr>
            <a:r>
              <a:rPr sz="1950" b="0" i="0" u="none" strike="noStrike" cap="none" spc="0">
                <a:solidFill>
                  <a:srgbClr val="E8CBDC"/>
                </a:solidFill>
                <a:latin typeface="Noto Sans TC"/>
                <a:ea typeface="Noto Sans TC"/>
                <a:cs typeface="Noto Sans TC"/>
              </a:rPr>
              <a:t>Lead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1">
            <a:extLst xmlns:a="http://schemas.openxmlformats.org/drawingml/2006/main">
              <a:ext uri="{FF2B5EF4-FFF2-40B4-BE49-F238E27FC236}">
                <a16:creationId xmlns:a16="http://schemas.microsoft.com/office/drawing/2014/main" id="{E57629A1-3442-4C81-A305-43615150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Noto Sans TC"/>
              <a:buNone/>
            </a:pPr>
            <a:r>
              <a:rPr sz="5250" b="1" i="0" u="none" strike="noStrike" cap="none" spc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{{book}}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1">
            <a:extLst xmlns:a="http://schemas.openxmlformats.org/drawingml/2006/main">
              <a:ext uri="{FF2B5EF4-FFF2-40B4-BE49-F238E27FC236}">
                <a16:creationId xmlns:a16="http://schemas.microsoft.com/office/drawing/2014/main" id="{E2317AA8-673E-48D1-AA21-CA968ACF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6578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BDC"/>
              </a:buClr>
              <a:buSzPts val="1950"/>
              <a:buFont typeface="Noto Sans TC"/>
              <a:buNone/>
            </a:pPr>
            <a:r>
              <a:rPr sz="1950" b="0" i="0" u="none" strike="noStrike" cap="none" spc="0">
                <a:solidFill>
                  <a:srgbClr val="E8CBDC"/>
                </a:solidFill>
                <a:latin typeface="Noto Sans TC"/>
                <a:ea typeface="Noto Sans TC"/>
                <a:cs typeface="Noto Sans TC"/>
              </a:rPr>
              <a:t>Book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Google Shape;44;p1">
            <a:extLst xmlns:a="http://schemas.openxmlformats.org/drawingml/2006/main">
              <a:ext uri="{FF2B5EF4-FFF2-40B4-BE49-F238E27FC236}">
                <a16:creationId xmlns:a16="http://schemas.microsoft.com/office/drawing/2014/main" id="{EA4BE1B3-B35D-409D-BC42-30FE568D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Noto Sans TC"/>
              <a:buNone/>
            </a:pPr>
            <a:r>
              <a:rPr sz="5250" b="1" i="0" u="none" strike="noStrike" cap="none" spc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{{show}}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1">
            <a:extLst xmlns:a="http://schemas.openxmlformats.org/drawingml/2006/main">
              <a:ext uri="{FF2B5EF4-FFF2-40B4-BE49-F238E27FC236}">
                <a16:creationId xmlns:a16="http://schemas.microsoft.com/office/drawing/2014/main" id="{46355F82-801F-43E3-ABFF-99175EE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578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BDC"/>
              </a:buClr>
              <a:buSzPts val="1950"/>
              <a:buFont typeface="Noto Sans TC"/>
              <a:buNone/>
            </a:pPr>
            <a:r>
              <a:rPr sz="1950" b="0" i="0" u="none" strike="noStrike" cap="none" spc="0">
                <a:solidFill>
                  <a:srgbClr val="E8CBDC"/>
                </a:solidFill>
                <a:latin typeface="Noto Sans TC"/>
                <a:ea typeface="Noto Sans TC"/>
                <a:cs typeface="Noto Sans TC"/>
              </a:rPr>
              <a:t>Show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Google Shape;46;p1">
            <a:extLst xmlns:a="http://schemas.openxmlformats.org/drawingml/2006/main">
              <a:ext uri="{FF2B5EF4-FFF2-40B4-BE49-F238E27FC236}">
                <a16:creationId xmlns:a16="http://schemas.microsoft.com/office/drawing/2014/main" id="{A9DABF81-2F8C-4D6F-81BC-A3E1F4C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482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Noto Sans TC"/>
              <a:buNone/>
            </a:pPr>
            <a:r>
              <a:rPr sz="5250" b="1" i="0" u="none" strike="noStrike" cap="none" spc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{{noShow}}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Google Shape;47;p1">
            <a:extLst xmlns:a="http://schemas.openxmlformats.org/drawingml/2006/main">
              <a:ext uri="{FF2B5EF4-FFF2-40B4-BE49-F238E27FC236}">
                <a16:creationId xmlns:a16="http://schemas.microsoft.com/office/drawing/2014/main" id="{90F0E3FD-4097-4A52-AD45-3DCC6DAD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578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BDC"/>
              </a:buClr>
              <a:buSzPts val="1950"/>
              <a:buFont typeface="Noto Sans TC"/>
              <a:buNone/>
            </a:pPr>
            <a:r>
              <a:rPr sz="1950" b="0" i="0" u="none" strike="noStrike" cap="none" spc="0">
                <a:solidFill>
                  <a:srgbClr val="E8CBDC"/>
                </a:solidFill>
                <a:latin typeface="Noto Sans TC"/>
                <a:ea typeface="Noto Sans TC"/>
                <a:cs typeface="Noto Sans TC"/>
              </a:rPr>
              <a:t>No Show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1964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Google Shape;183;p14">
            <a:extLst xmlns:a="http://schemas.openxmlformats.org/drawingml/2006/main">
              <a:ext uri="{FF2B5EF4-FFF2-40B4-BE49-F238E27FC236}">
                <a16:creationId xmlns:a16="http://schemas.microsoft.com/office/drawing/2014/main" id="{5093222C-9D42-4D43-9FC9-3FEEC7F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AD / SPEND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Google Shape;184;p14">
            <a:extLst xmlns:a="http://schemas.openxmlformats.org/drawingml/2006/main">
              <a:ext uri="{FF2B5EF4-FFF2-40B4-BE49-F238E27FC236}">
                <a16:creationId xmlns:a16="http://schemas.microsoft.com/office/drawing/2014/main" id="{CF7CE041-9646-411C-967D-446D7079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已入帳廣告費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Google Shape;185;p14">
            <a:extLst xmlns:a="http://schemas.openxmlformats.org/drawingml/2006/main">
              <a:ext uri="{FF2B5EF4-FFF2-40B4-BE49-F238E27FC236}">
                <a16:creationId xmlns:a16="http://schemas.microsoft.com/office/drawing/2014/main" id="{D8A29E89-E823-48D6-8DDF-420F06D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Google Shape;186;p14">
            <a:extLst xmlns:a="http://schemas.openxmlformats.org/drawingml/2006/main">
              <a:ext uri="{FF2B5EF4-FFF2-40B4-BE49-F238E27FC236}">
                <a16:creationId xmlns:a16="http://schemas.microsoft.com/office/drawing/2014/main" id="{2578C77E-0F8D-4E08-8284-E9D95C0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94" name="Google Shape;187;p14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905250"/>
                <a:gridCol w="2381250"/>
                <a:gridCol w="2095500"/>
                <a:gridCol w="25146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品牌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已入帳 HK$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覆蓋日期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待入帳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14">
            <a:extLst xmlns:a="http://schemas.openxmlformats.org/drawingml/2006/main">
              <a:ext uri="{FF2B5EF4-FFF2-40B4-BE49-F238E27FC236}">
                <a16:creationId xmlns:a16="http://schemas.microsoft.com/office/drawing/2014/main" id="{DE3A74B6-5675-4C44-9242-2379B118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8154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Google Shape;194;p15">
            <a:extLst xmlns:a="http://schemas.openxmlformats.org/drawingml/2006/main">
              <a:ext uri="{FF2B5EF4-FFF2-40B4-BE49-F238E27FC236}">
                <a16:creationId xmlns:a16="http://schemas.microsoft.com/office/drawing/2014/main" id="{9B94670E-86FD-418A-BDDF-3F9B3CC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AD / COST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15">
            <a:extLst xmlns:a="http://schemas.openxmlformats.org/drawingml/2006/main">
              <a:ext uri="{FF2B5EF4-FFF2-40B4-BE49-F238E27FC236}">
                <a16:creationId xmlns:a16="http://schemas.microsoft.com/office/drawing/2014/main" id="{0BC00018-6A9E-4673-B04F-99053C73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CPL、CPBook、CPShow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Google Shape;196;p15">
            <a:extLst xmlns:a="http://schemas.openxmlformats.org/drawingml/2006/main">
              <a:ext uri="{FF2B5EF4-FFF2-40B4-BE49-F238E27FC236}">
                <a16:creationId xmlns:a16="http://schemas.microsoft.com/office/drawing/2014/main" id="{48AD678D-196C-428E-9239-842DCF8C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15">
            <a:extLst xmlns:a="http://schemas.openxmlformats.org/drawingml/2006/main">
              <a:ext uri="{FF2B5EF4-FFF2-40B4-BE49-F238E27FC236}">
                <a16:creationId xmlns:a16="http://schemas.microsoft.com/office/drawing/2014/main" id="{CA5E034F-222F-4F01-A349-F5389CE6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05" name="Google Shape;198;p15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238500"/>
                <a:gridCol w="1524000"/>
                <a:gridCol w="1905000"/>
                <a:gridCol w="1409700"/>
                <a:gridCol w="1409700"/>
                <a:gridCol w="14097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品牌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成本期間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廣告費 HK$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CPL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15">
            <a:extLst xmlns:a="http://schemas.openxmlformats.org/drawingml/2006/main">
              <a:ext uri="{FF2B5EF4-FFF2-40B4-BE49-F238E27FC236}">
                <a16:creationId xmlns:a16="http://schemas.microsoft.com/office/drawing/2014/main" id="{18F6F39C-7DB3-4633-BCB4-5E2F5EE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7397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2">
            <a:extLst xmlns:a="http://schemas.openxmlformats.org/drawingml/2006/main">
              <a:ext uri="{FF2B5EF4-FFF2-40B4-BE49-F238E27FC236}">
                <a16:creationId xmlns:a16="http://schemas.microsoft.com/office/drawing/2014/main" id="{A03A7AE6-9CEC-41B3-83CF-10CE627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ACCOUNT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2">
            <a:extLst xmlns:a="http://schemas.openxmlformats.org/drawingml/2006/main">
              <a:ext uri="{FF2B5EF4-FFF2-40B4-BE49-F238E27FC236}">
                <a16:creationId xmlns:a16="http://schemas.microsoft.com/office/drawing/2014/main" id="{803CF447-C3C0-4963-BF44-79CFDDFF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各品牌成效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2">
            <a:extLst xmlns:a="http://schemas.openxmlformats.org/drawingml/2006/main">
              <a:ext uri="{FF2B5EF4-FFF2-40B4-BE49-F238E27FC236}">
                <a16:creationId xmlns:a16="http://schemas.microsoft.com/office/drawing/2014/main" id="{89C4A8CC-8764-497F-A376-ADA792A8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18CF08EB-0553-4C34-8298-524F5DE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4" name="Google Shape;57;p2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47750"/>
                <a:gridCol w="1047750"/>
                <a:gridCol w="1047750"/>
                <a:gridCol w="1190625"/>
                <a:gridCol w="1571625"/>
                <a:gridCol w="15621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品牌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  <p:sp>
        <p:nvSpPr>
          <p:cNvPr id="58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CA4BB507-D64C-49EB-87B0-EBD0597B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3284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DD45EDA6-EECC-4CE1-AABD-B0F710C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DAILY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4EE3E26A-0513-4CF9-80C3-5A8DF42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每日查詢、預約及到店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8D5779A2-CBED-400C-A9E6-0F3B0BA6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349D8773-786B-4111-BDED-565B7A6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3" name="Google Shape;68;p3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4953000"/>
                <a:gridCol w="1485900"/>
                <a:gridCol w="1485900"/>
                <a:gridCol w="1485900"/>
                <a:gridCol w="14859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58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4">
            <a:extLst xmlns:a="http://schemas.openxmlformats.org/drawingml/2006/main">
              <a:ext uri="{FF2B5EF4-FFF2-40B4-BE49-F238E27FC236}">
                <a16:creationId xmlns:a16="http://schemas.microsoft.com/office/drawing/2014/main" id="{CA83A1A0-999B-4E43-BCC9-609FD50C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DAILY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p4">
            <a:extLst xmlns:a="http://schemas.openxmlformats.org/drawingml/2006/main">
              <a:ext uri="{FF2B5EF4-FFF2-40B4-BE49-F238E27FC236}">
                <a16:creationId xmlns:a16="http://schemas.microsoft.com/office/drawing/2014/main" id="{D2D0D0C9-4FA5-405A-AC43-730866A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每日分組成效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4">
            <a:extLst xmlns:a="http://schemas.openxmlformats.org/drawingml/2006/main">
              <a:ext uri="{FF2B5EF4-FFF2-40B4-BE49-F238E27FC236}">
                <a16:creationId xmlns:a16="http://schemas.microsoft.com/office/drawing/2014/main" id="{3C0D1861-D86F-4125-BBFA-3C459C36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4">
            <a:extLst xmlns:a="http://schemas.openxmlformats.org/drawingml/2006/main">
              <a:ext uri="{FF2B5EF4-FFF2-40B4-BE49-F238E27FC236}">
                <a16:creationId xmlns:a16="http://schemas.microsoft.com/office/drawing/2014/main" id="{183A4F6C-16ED-4C6F-84DF-C43326F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oogle Shape;78;p4">
            <a:extLst xmlns:a="http://schemas.openxmlformats.org/drawingml/2006/main">
              <a:ext uri="{FF2B5EF4-FFF2-40B4-BE49-F238E27FC236}">
                <a16:creationId xmlns:a16="http://schemas.microsoft.com/office/drawing/2014/main" id="{1CC37B29-D309-4611-A110-2BCE5DB7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Alyssa 廣告</a:t>
            </a:r>
            <a:endParaRPr/>
          </a:p>
        </p:txBody>
      </p:sp>
      <p:graphicFrame>
        <p:nvGraphicFramePr>
          <p:cNvPr id="88" name="Google Shape;79;p4"/>
          <p:cNvGraphicFramePr/>
          <p:nvPr/>
        </p:nvGraphicFramePr>
        <p:xfrm>
          <a:off xmlns:a="http://schemas.openxmlformats.org/drawingml/2006/main" x="647700" y="22383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1276350"/>
                <a:gridCol w="952500"/>
                <a:gridCol w="952500"/>
                <a:gridCol w="952500"/>
                <a:gridCol w="11430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4">
            <a:extLst xmlns:a="http://schemas.openxmlformats.org/drawingml/2006/main">
              <a:ext uri="{FF2B5EF4-FFF2-40B4-BE49-F238E27FC236}">
                <a16:creationId xmlns:a16="http://schemas.microsoft.com/office/drawing/2014/main" id="{C64187D0-FD1E-4CED-87FC-CEB9D83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Alyssa Medical 廣告</a:t>
            </a:r>
            <a:endParaRPr/>
          </a:p>
        </p:txBody>
      </p:sp>
      <p:graphicFrame>
        <p:nvGraphicFramePr>
          <p:cNvPr id="90" name="Google Shape;81;p4"/>
          <p:cNvGraphicFramePr/>
          <p:nvPr/>
        </p:nvGraphicFramePr>
        <p:xfrm>
          <a:off xmlns:a="http://schemas.openxmlformats.org/drawingml/2006/main" x="6267450" y="22383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1276350"/>
                <a:gridCol w="952500"/>
                <a:gridCol w="952500"/>
                <a:gridCol w="952500"/>
                <a:gridCol w="11430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575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2D377894-2B75-47DB-8946-7C046B0A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DAILY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8D2B1136-63C6-4829-8DA1-082A7117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每日分組成效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11CC63A7-BFC3-4E30-91D8-FF21CAA0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779A716F-35E0-472D-92D7-F97591D7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4D893A29-47AF-48D6-ADA9-9AE1EA9C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KOL + Traffic</a:t>
            </a:r>
            <a:endParaRPr/>
          </a:p>
        </p:txBody>
      </p:sp>
      <p:graphicFrame>
        <p:nvGraphicFramePr>
          <p:cNvPr id="101" name="Google Shape;92;p5"/>
          <p:cNvGraphicFramePr/>
          <p:nvPr/>
        </p:nvGraphicFramePr>
        <p:xfrm>
          <a:off xmlns:a="http://schemas.openxmlformats.org/drawingml/2006/main" x="647700" y="22383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1276350"/>
                <a:gridCol w="952500"/>
                <a:gridCol w="952500"/>
                <a:gridCol w="952500"/>
                <a:gridCol w="11430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8A40CD05-A68F-43AE-A27E-4B4B8D9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GOS Beauty</a:t>
            </a:r>
            <a:endParaRPr/>
          </a:p>
        </p:txBody>
      </p:sp>
      <p:graphicFrame>
        <p:nvGraphicFramePr>
          <p:cNvPr id="103" name="Google Shape;94;p5"/>
          <p:cNvGraphicFramePr/>
          <p:nvPr/>
        </p:nvGraphicFramePr>
        <p:xfrm>
          <a:off xmlns:a="http://schemas.openxmlformats.org/drawingml/2006/main" x="6267450" y="22383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1276350"/>
                <a:gridCol w="952500"/>
                <a:gridCol w="952500"/>
                <a:gridCol w="952500"/>
                <a:gridCol w="11430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194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3E81702F-E253-49E3-BBF5-6FE2CAC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DAILY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964409DB-CBE1-4CA1-BF2A-93034A9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每日分組成效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F019D29F-8284-4D05-A156-94F2A46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1D874C5A-5A79-49EC-8C10-19D09225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2C1AA834-80BB-4FC2-9064-E9C8F93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Ineffable Beauty</a:t>
            </a:r>
            <a:endParaRPr/>
          </a:p>
        </p:txBody>
      </p:sp>
      <p:graphicFrame>
        <p:nvGraphicFramePr>
          <p:cNvPr id="114" name="Google Shape;105;p6"/>
          <p:cNvGraphicFramePr/>
          <p:nvPr/>
        </p:nvGraphicFramePr>
        <p:xfrm>
          <a:off xmlns:a="http://schemas.openxmlformats.org/drawingml/2006/main" x="647700" y="22383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1276350"/>
                <a:gridCol w="952500"/>
                <a:gridCol w="952500"/>
                <a:gridCol w="952500"/>
                <a:gridCol w="11430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2BE32298-6233-4C3F-B1B6-5682DD9E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Skin Light</a:t>
            </a:r>
            <a:endParaRPr/>
          </a:p>
        </p:txBody>
      </p:sp>
      <p:graphicFrame>
        <p:nvGraphicFramePr>
          <p:cNvPr id="116" name="Google Shape;107;p6"/>
          <p:cNvGraphicFramePr/>
          <p:nvPr/>
        </p:nvGraphicFramePr>
        <p:xfrm>
          <a:off xmlns:a="http://schemas.openxmlformats.org/drawingml/2006/main" x="6267450" y="22383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1276350"/>
                <a:gridCol w="952500"/>
                <a:gridCol w="952500"/>
                <a:gridCol w="952500"/>
                <a:gridCol w="11430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sz="172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834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ECA413CE-0378-40E8-BB22-D501826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6C704BD7-18DC-41DA-BE0F-097F8049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Alyssa 廣告 療程成效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103B021A-68FC-46AD-86F1-3A4B44C2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FB1F9A0C-F85C-4B45-A269-DBC762E5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2" name="Google Shape;117;p7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275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0ACCC845-9E5B-4F12-875B-F31DFC4B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B1A88CDD-062A-4D4F-874F-B5A8DD5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Alyssa Medical 廣告 療程成效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3C1D6398-8BC1-4E9C-8C69-8EAC0AAE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809D8AC7-E320-444B-85CA-5F4DFD94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2" name="Google Shape;127;p8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705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32A39F8D-C38D-44FC-A8A4-D0523E6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62088E6A-8087-4757-9F8F-7DE8443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KOL + Traffic 療程成效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06ABE1AB-A2F6-4C4F-A600-DDE2A0E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C8F3573B-BD67-42D3-B52D-9616EAA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2" name="Google Shape;137;p9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092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865D293C-607C-4CD6-AAC6-01E893A0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5826B230-8C55-4FC2-8333-F2E039D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KOL + Traffic 療程成效（續）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47AD7971-613B-49D2-B0F1-3652933E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46301CE1-8FEE-40B7-AD4B-B50E3B6A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2" name="Google Shape;147;p10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80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11">
            <a:extLst xmlns:a="http://schemas.openxmlformats.org/drawingml/2006/main">
              <a:ext uri="{FF2B5EF4-FFF2-40B4-BE49-F238E27FC236}">
                <a16:creationId xmlns:a16="http://schemas.microsoft.com/office/drawing/2014/main" id="{33BBF13C-161D-435D-9367-189CCCF0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Google Shape;154;p11">
            <a:extLst xmlns:a="http://schemas.openxmlformats.org/drawingml/2006/main">
              <a:ext uri="{FF2B5EF4-FFF2-40B4-BE49-F238E27FC236}">
                <a16:creationId xmlns:a16="http://schemas.microsoft.com/office/drawing/2014/main" id="{3FDDA4F5-E135-4EF1-BAB7-9F3F28C8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GOS Beauty 療程成效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54EFE205-0F4C-4F98-AAF1-EEB27632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Google Shape;156;p11">
            <a:extLst xmlns:a="http://schemas.openxmlformats.org/drawingml/2006/main">
              <a:ext uri="{FF2B5EF4-FFF2-40B4-BE49-F238E27FC236}">
                <a16:creationId xmlns:a16="http://schemas.microsoft.com/office/drawing/2014/main" id="{8116A30B-2D0A-498D-8812-CB53E1DB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2" name="Google Shape;157;p11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180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12">
            <a:extLst xmlns:a="http://schemas.openxmlformats.org/drawingml/2006/main">
              <a:ext uri="{FF2B5EF4-FFF2-40B4-BE49-F238E27FC236}">
                <a16:creationId xmlns:a16="http://schemas.microsoft.com/office/drawing/2014/main" id="{0C8759AF-DD06-4073-A211-3CA54E8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2">
            <a:extLst xmlns:a="http://schemas.openxmlformats.org/drawingml/2006/main">
              <a:ext uri="{FF2B5EF4-FFF2-40B4-BE49-F238E27FC236}">
                <a16:creationId xmlns:a16="http://schemas.microsoft.com/office/drawing/2014/main" id="{8D52FA56-AF3D-4193-A8F3-9AC1A061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Ineffable Beauty 療程成效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12">
            <a:extLst xmlns:a="http://schemas.openxmlformats.org/drawingml/2006/main">
              <a:ext uri="{FF2B5EF4-FFF2-40B4-BE49-F238E27FC236}">
                <a16:creationId xmlns:a16="http://schemas.microsoft.com/office/drawing/2014/main" id="{EB9648F8-88EA-4353-B2E8-5A7C2C4C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12">
            <a:extLst xmlns:a="http://schemas.openxmlformats.org/drawingml/2006/main">
              <a:ext uri="{FF2B5EF4-FFF2-40B4-BE49-F238E27FC236}">
                <a16:creationId xmlns:a16="http://schemas.microsoft.com/office/drawing/2014/main" id="{10477224-3EE3-4A12-9869-2D0F5982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72" name="Google Shape;167;p12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7015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Google Shape;173;p13">
            <a:extLst xmlns:a="http://schemas.openxmlformats.org/drawingml/2006/main">
              <a:ext uri="{FF2B5EF4-FFF2-40B4-BE49-F238E27FC236}">
                <a16:creationId xmlns:a16="http://schemas.microsoft.com/office/drawing/2014/main" id="{0543EA8A-FB61-46AA-9844-441ED75E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TREATMENT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Google Shape;174;p13">
            <a:extLst xmlns:a="http://schemas.openxmlformats.org/drawingml/2006/main">
              <a:ext uri="{FF2B5EF4-FFF2-40B4-BE49-F238E27FC236}">
                <a16:creationId xmlns:a16="http://schemas.microsoft.com/office/drawing/2014/main" id="{FB0413BA-22BE-4C9E-9E44-AF77B4C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Skin Light 療程成效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Google Shape;175;p13">
            <a:extLst xmlns:a="http://schemas.openxmlformats.org/drawingml/2006/main">
              <a:ext uri="{FF2B5EF4-FFF2-40B4-BE49-F238E27FC236}">
                <a16:creationId xmlns:a16="http://schemas.microsoft.com/office/drawing/2014/main" id="{C84B58B1-4424-4F2F-9C60-7B22AF7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Google Shape;176;p13">
            <a:extLst xmlns:a="http://schemas.openxmlformats.org/drawingml/2006/main">
              <a:ext uri="{FF2B5EF4-FFF2-40B4-BE49-F238E27FC236}">
                <a16:creationId xmlns:a16="http://schemas.microsoft.com/office/drawing/2014/main" id="{FBAABF17-78E6-416A-9FE4-5AED8158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2" name="Google Shape;177;p13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3429000"/>
                <a:gridCol w="1000125"/>
                <a:gridCol w="1000125"/>
                <a:gridCol w="1000125"/>
                <a:gridCol w="1143000"/>
                <a:gridCol w="1666875"/>
                <a:gridCol w="165735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療程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Book/Lead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Show/Book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80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7165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Google Shape;205;p16">
            <a:extLst xmlns:a="http://schemas.openxmlformats.org/drawingml/2006/main">
              <a:ext uri="{FF2B5EF4-FFF2-40B4-BE49-F238E27FC236}">
                <a16:creationId xmlns:a16="http://schemas.microsoft.com/office/drawing/2014/main" id="{6FD83446-CC3C-42B3-A494-A01400B4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SOURCE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Google Shape;206;p16">
            <a:extLst xmlns:a="http://schemas.openxmlformats.org/drawingml/2006/main">
              <a:ext uri="{FF2B5EF4-FFF2-40B4-BE49-F238E27FC236}">
                <a16:creationId xmlns:a16="http://schemas.microsoft.com/office/drawing/2014/main" id="{AE18C30A-8632-454A-BD6D-0CC82125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到店來源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Google Shape;207;p16">
            <a:extLst xmlns:a="http://schemas.openxmlformats.org/drawingml/2006/main">
              <a:ext uri="{FF2B5EF4-FFF2-40B4-BE49-F238E27FC236}">
                <a16:creationId xmlns:a16="http://schemas.microsoft.com/office/drawing/2014/main" id="{C16FEFFB-8B43-4931-A702-C5F33D5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Google Shape;208;p16">
            <a:extLst xmlns:a="http://schemas.openxmlformats.org/drawingml/2006/main">
              <a:ext uri="{FF2B5EF4-FFF2-40B4-BE49-F238E27FC236}">
                <a16:creationId xmlns:a16="http://schemas.microsoft.com/office/drawing/2014/main" id="{5631C051-C5F6-4A79-B458-03B696C5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16" name="Google Shape;209;p16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4229100"/>
                <a:gridCol w="1333500"/>
                <a:gridCol w="1333500"/>
                <a:gridCol w="1333500"/>
                <a:gridCol w="1333500"/>
                <a:gridCol w="1333500"/>
              </a:tblGrid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品牌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KOL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OG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未分類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sz="1875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16">
            <a:extLst xmlns:a="http://schemas.openxmlformats.org/drawingml/2006/main">
              <a:ext uri="{FF2B5EF4-FFF2-40B4-BE49-F238E27FC236}">
                <a16:creationId xmlns:a16="http://schemas.microsoft.com/office/drawing/2014/main" id="{B34AC901-0E5F-4C03-A452-663AC8C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69222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Google Shape;216;p17">
            <a:extLst xmlns:a="http://schemas.openxmlformats.org/drawingml/2006/main">
              <a:ext uri="{FF2B5EF4-FFF2-40B4-BE49-F238E27FC236}">
                <a16:creationId xmlns:a16="http://schemas.microsoft.com/office/drawing/2014/main" id="{3BDE76A2-80DD-468C-BD1C-710E776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ACCOUNT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17">
            <a:extLst xmlns:a="http://schemas.openxmlformats.org/drawingml/2006/main">
              <a:ext uri="{FF2B5EF4-FFF2-40B4-BE49-F238E27FC236}">
                <a16:creationId xmlns:a16="http://schemas.microsoft.com/office/drawing/2014/main" id="{C335245A-FF65-431A-8557-3877E32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來源分組核對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Google Shape;218;p17">
            <a:extLst xmlns:a="http://schemas.openxmlformats.org/drawingml/2006/main">
              <a:ext uri="{FF2B5EF4-FFF2-40B4-BE49-F238E27FC236}">
                <a16:creationId xmlns:a16="http://schemas.microsoft.com/office/drawing/2014/main" id="{50198D7E-97FC-40DB-A1B3-CF8D295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17">
            <a:extLst xmlns:a="http://schemas.openxmlformats.org/drawingml/2006/main">
              <a:ext uri="{FF2B5EF4-FFF2-40B4-BE49-F238E27FC236}">
                <a16:creationId xmlns:a16="http://schemas.microsoft.com/office/drawing/2014/main" id="{9D5A4CDD-B77F-48AF-8F55-124A7D7F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5" name="Google Shape;220;p17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2809875"/>
                <a:gridCol w="3857625"/>
                <a:gridCol w="952500"/>
                <a:gridCol w="952500"/>
                <a:gridCol w="952500"/>
                <a:gridCol w="1371600"/>
              </a:tblGrid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報告分組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原Account／Brand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37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Google Shape;226;p18">
            <a:extLst xmlns:a="http://schemas.openxmlformats.org/drawingml/2006/main">
              <a:ext uri="{FF2B5EF4-FFF2-40B4-BE49-F238E27FC236}">
                <a16:creationId xmlns:a16="http://schemas.microsoft.com/office/drawing/2014/main" id="{68FF9CD4-FAE2-466D-8F0C-06CA7C7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2A51"/>
              </a:buClr>
              <a:buSzPts val="1575"/>
              <a:buFont typeface="Noto Sans TC"/>
              <a:buNone/>
            </a:pPr>
            <a:r>
              <a:rPr sz="1575" b="1" i="0" u="none" strike="noStrike" cap="none" spc="0">
                <a:solidFill>
                  <a:srgbClr val="672A51"/>
                </a:solidFill>
                <a:latin typeface="Noto Sans TC"/>
                <a:ea typeface="Noto Sans TC"/>
                <a:cs typeface="Noto Sans TC"/>
              </a:rPr>
              <a:t>CS / ACCOUNT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Google Shape;227;p18">
            <a:extLst xmlns:a="http://schemas.openxmlformats.org/drawingml/2006/main">
              <a:ext uri="{FF2B5EF4-FFF2-40B4-BE49-F238E27FC236}">
                <a16:creationId xmlns:a16="http://schemas.microsoft.com/office/drawing/2014/main" id="{EF6726D5-AF36-44B2-B324-C626A55B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8675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22C"/>
              </a:buClr>
              <a:buSzPts val="3300"/>
              <a:buFont typeface="Noto Sans TC"/>
              <a:buNone/>
            </a:pPr>
            <a:r>
              <a:rPr sz="3300" b="1" i="0" u="none" strike="noStrike" cap="none" spc="0">
                <a:solidFill>
                  <a:srgbClr val="29222C"/>
                </a:solidFill>
                <a:latin typeface="Noto Sans TC"/>
                <a:ea typeface="Noto Sans TC"/>
                <a:cs typeface="Noto Sans TC"/>
              </a:rPr>
              <a:t>來源分組核對（續）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Google Shape;228;p18">
            <a:extLst xmlns:a="http://schemas.openxmlformats.org/drawingml/2006/main">
              <a:ext uri="{FF2B5EF4-FFF2-40B4-BE49-F238E27FC236}">
                <a16:creationId xmlns:a16="http://schemas.microsoft.com/office/drawing/2014/main" id="{08704A2C-ABA6-4311-BFC7-8C55BB7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{{period}}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18">
            <a:extLst xmlns:a="http://schemas.openxmlformats.org/drawingml/2006/main">
              <a:ext uri="{FF2B5EF4-FFF2-40B4-BE49-F238E27FC236}">
                <a16:creationId xmlns:a16="http://schemas.microsoft.com/office/drawing/2014/main" id="{541B709F-339E-4D21-A5F1-42C5385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7581"/>
              </a:buClr>
              <a:buSzPts val="1350"/>
              <a:buFont typeface="Noto Sans TC"/>
              <a:buNone/>
            </a:pPr>
            <a:r>
              <a:rPr sz="1350" b="0" i="0" u="none" strike="noStrike" cap="none" spc="0">
                <a:solidFill>
                  <a:srgbClr val="807581"/>
                </a:solidFill>
                <a:latin typeface="Noto Sans TC"/>
                <a:ea typeface="Noto Sans TC"/>
                <a:cs typeface="Noto Sans TC"/>
              </a:rPr>
              <a:t>{{page}}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5" name="Google Shape;230;p18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{7BAF58AD-2D0F-4811-8D2E-8A585836F301}</a:tableStyleId>
              </a:tblPr>
              <a:tblGrid>
                <a:gridCol w="2809875"/>
                <a:gridCol w="3857625"/>
                <a:gridCol w="952500"/>
                <a:gridCol w="952500"/>
                <a:gridCol w="952500"/>
                <a:gridCol w="1371600"/>
              </a:tblGrid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報告分組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原Account／Brand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Lead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Book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Show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672A5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3ED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0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{{cell}}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sz="1650" b="1" u="none" strike="noStrike" cap="none" spc="0">
                          <a:solidFill>
                            <a:srgbClr val="29222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{{cell}}</a:t>
                      </a:r>
                      <a:endParaRPr/>
                    </a:p>
                  </a:txBody>
                  <a:tcPr marL="95250" marR="95250" marT="47625" marB="47625" anchor="ctr">
                    <a:solidFill>
                      <a:srgbClr val="EBDD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132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